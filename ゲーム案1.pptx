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4" autoAdjust="0"/>
    <p:restoredTop sz="94660"/>
  </p:normalViewPr>
  <p:slideViewPr>
    <p:cSldViewPr snapToGrid="0">
      <p:cViewPr>
        <p:scale>
          <a:sx n="50" d="100"/>
          <a:sy n="50" d="100"/>
        </p:scale>
        <p:origin x="164" y="14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2769551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2054122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2829520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50773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830035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1703293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3649943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144592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703123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3356374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F88FCC03-1630-46EB-8040-54CF3C9D6674}" type="datetimeFigureOut">
              <a:rPr kumimoji="1" lang="ja-JP" altLang="en-US" smtClean="0"/>
              <a:t>2025/10/6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3552096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8FCC03-1630-46EB-8040-54CF3C9D6674}" type="datetimeFigureOut">
              <a:rPr kumimoji="1" lang="ja-JP" altLang="en-US" smtClean="0"/>
              <a:t>2025/10/6</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732EEA-A6C3-466B-BA16-AA8A7660BC81}" type="slidenum">
              <a:rPr kumimoji="1" lang="ja-JP" altLang="en-US" smtClean="0"/>
              <a:t>‹#›</a:t>
            </a:fld>
            <a:endParaRPr kumimoji="1" lang="ja-JP" altLang="en-US"/>
          </a:p>
        </p:txBody>
      </p:sp>
    </p:spTree>
    <p:extLst>
      <p:ext uri="{BB962C8B-B14F-4D97-AF65-F5344CB8AC3E}">
        <p14:creationId xmlns:p14="http://schemas.microsoft.com/office/powerpoint/2010/main" val="2046690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dirty="0"/>
          </a:p>
        </p:txBody>
      </p:sp>
      <p:sp>
        <p:nvSpPr>
          <p:cNvPr id="3" name="サブタイトル 2"/>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038809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ゲーム内容</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ロープと投てき武器を使い進めていく戦闘アクションゲーム</a:t>
            </a:r>
            <a:endParaRPr kumimoji="1" lang="en-US" altLang="ja-JP" dirty="0" smtClean="0"/>
          </a:p>
          <a:p>
            <a:endParaRPr kumimoji="1" lang="en-US" altLang="ja-JP" dirty="0" smtClean="0"/>
          </a:p>
          <a:p>
            <a:r>
              <a:rPr lang="ja-JP" altLang="en-US" dirty="0" smtClean="0"/>
              <a:t>ロープは二種類使い方があり、戦闘では敵を捕まえ地面に　　たたきつける攻撃ができる。</a:t>
            </a:r>
            <a:r>
              <a:rPr lang="en-US" altLang="ja-JP" dirty="0"/>
              <a:t>	</a:t>
            </a:r>
            <a:r>
              <a:rPr lang="en-US" altLang="ja-JP" dirty="0" smtClean="0"/>
              <a:t>				</a:t>
            </a:r>
            <a:r>
              <a:rPr lang="ja-JP" altLang="en-US" dirty="0" smtClean="0"/>
              <a:t>　　　もう一つは探索面で天井に引っ掛けることでツタ渡りのような使い方をすることがある。</a:t>
            </a:r>
            <a:endParaRPr lang="en-US" altLang="ja-JP" dirty="0" smtClean="0"/>
          </a:p>
          <a:p>
            <a:endParaRPr lang="en-US" altLang="ja-JP" dirty="0"/>
          </a:p>
          <a:p>
            <a:r>
              <a:rPr lang="ja-JP" altLang="en-US" dirty="0" smtClean="0"/>
              <a:t>投てき武器は単純な遠距離攻撃として使うことができる。</a:t>
            </a:r>
            <a:endParaRPr lang="en-US" altLang="ja-JP" dirty="0" smtClean="0"/>
          </a:p>
        </p:txBody>
      </p:sp>
    </p:spTree>
    <p:extLst>
      <p:ext uri="{BB962C8B-B14F-4D97-AF65-F5344CB8AC3E}">
        <p14:creationId xmlns:p14="http://schemas.microsoft.com/office/powerpoint/2010/main" val="298961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攻撃武器の仕様</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ロープはスタミナの消費が激しいが使用回数に制限はない</a:t>
            </a:r>
            <a:endParaRPr lang="en-US" altLang="ja-JP" dirty="0" smtClean="0"/>
          </a:p>
          <a:p>
            <a:endParaRPr kumimoji="1" lang="en-US" altLang="ja-JP" dirty="0"/>
          </a:p>
          <a:p>
            <a:r>
              <a:rPr lang="ja-JP" altLang="en-US" dirty="0" smtClean="0"/>
              <a:t>投てき武器はスタミナの消費は少ないが使用回数に制限がある消費しても一定時間待つと回復する</a:t>
            </a:r>
            <a:r>
              <a:rPr lang="en-US" altLang="ja-JP" dirty="0" smtClean="0"/>
              <a:t>				</a:t>
            </a:r>
            <a:r>
              <a:rPr lang="ja-JP" altLang="en-US" dirty="0" smtClean="0"/>
              <a:t>　　　また投てき武器には種類がいくつかあり使うものによって　　効果が変わる</a:t>
            </a:r>
            <a:endParaRPr lang="en-US" altLang="ja-JP" dirty="0" smtClean="0"/>
          </a:p>
        </p:txBody>
      </p:sp>
    </p:spTree>
    <p:extLst>
      <p:ext uri="{BB962C8B-B14F-4D97-AF65-F5344CB8AC3E}">
        <p14:creationId xmlns:p14="http://schemas.microsoft.com/office/powerpoint/2010/main" val="3136396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追加出来たら面白そうなもの</a:t>
            </a:r>
            <a:endParaRPr kumimoji="1" lang="ja-JP" altLang="en-US" dirty="0"/>
          </a:p>
        </p:txBody>
      </p:sp>
      <p:sp>
        <p:nvSpPr>
          <p:cNvPr id="3" name="コンテンツ プレースホルダー 2"/>
          <p:cNvSpPr>
            <a:spLocks noGrp="1"/>
          </p:cNvSpPr>
          <p:nvPr>
            <p:ph idx="1"/>
          </p:nvPr>
        </p:nvSpPr>
        <p:spPr/>
        <p:txBody>
          <a:bodyPr/>
          <a:lstStyle/>
          <a:p>
            <a:r>
              <a:rPr lang="ja-JP" altLang="en-US" dirty="0"/>
              <a:t>投てき</a:t>
            </a:r>
            <a:r>
              <a:rPr lang="ja-JP" altLang="en-US" dirty="0" smtClean="0"/>
              <a:t>武器の種類に機能するギミックを配置し隠しステージなど</a:t>
            </a:r>
            <a:endParaRPr lang="en-US" altLang="ja-JP" dirty="0" smtClean="0"/>
          </a:p>
          <a:p>
            <a:r>
              <a:rPr lang="ja-JP" altLang="en-US" dirty="0" smtClean="0"/>
              <a:t>ロープの攻撃手段</a:t>
            </a:r>
            <a:r>
              <a:rPr lang="ja-JP" altLang="en-US" smtClean="0"/>
              <a:t>をスキル</a:t>
            </a:r>
            <a:endParaRPr lang="en-US" altLang="ja-JP" dirty="0" smtClean="0"/>
          </a:p>
          <a:p>
            <a:endParaRPr kumimoji="1" lang="en-US" altLang="ja-JP" dirty="0"/>
          </a:p>
          <a:p>
            <a:endParaRPr kumimoji="1" lang="ja-JP" altLang="en-US" dirty="0"/>
          </a:p>
        </p:txBody>
      </p:sp>
    </p:spTree>
    <p:extLst>
      <p:ext uri="{BB962C8B-B14F-4D97-AF65-F5344CB8AC3E}">
        <p14:creationId xmlns:p14="http://schemas.microsoft.com/office/powerpoint/2010/main" val="261896037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94</Words>
  <Application>Microsoft Office PowerPoint</Application>
  <PresentationFormat>ワイド画面</PresentationFormat>
  <Paragraphs>13</Paragraphs>
  <Slides>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vt:i4>
      </vt:variant>
    </vt:vector>
  </HeadingPairs>
  <TitlesOfParts>
    <vt:vector size="8" baseType="lpstr">
      <vt:lpstr>游ゴシック</vt:lpstr>
      <vt:lpstr>游ゴシック Light</vt:lpstr>
      <vt:lpstr>Arial</vt:lpstr>
      <vt:lpstr>Office テーマ</vt:lpstr>
      <vt:lpstr>PowerPoint プレゼンテーション</vt:lpstr>
      <vt:lpstr>ゲーム内容</vt:lpstr>
      <vt:lpstr>攻撃武器の仕様</vt:lpstr>
      <vt:lpstr>追加出来たら面白そうなもの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GA2B</dc:creator>
  <cp:lastModifiedBy>GA2B</cp:lastModifiedBy>
  <cp:revision>4</cp:revision>
  <dcterms:created xsi:type="dcterms:W3CDTF">2025-10-06T07:10:03Z</dcterms:created>
  <dcterms:modified xsi:type="dcterms:W3CDTF">2025-10-06T07:32:43Z</dcterms:modified>
</cp:coreProperties>
</file>