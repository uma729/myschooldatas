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59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8CD7BC04-6BB5-42FA-A41A-2D3080EC27C1}">
          <p14:sldIdLst>
            <p14:sldId id="256"/>
            <p14:sldId id="258"/>
            <p14:sldId id="260"/>
            <p14:sldId id="259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44" d="100"/>
          <a:sy n="44" d="100"/>
        </p:scale>
        <p:origin x="43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2701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6415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3431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5039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1322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5797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4836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1022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95742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9749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7925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F489A1-ACCE-485D-AD66-9A2F97A4D007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48734-9698-4CDA-A700-0D572BB923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9526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 smtClean="0"/>
              <a:t>モンスターキャッチャー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開発：</a:t>
            </a:r>
            <a:r>
              <a:rPr kumimoji="1" lang="en-US" altLang="ja-JP" dirty="0" smtClean="0"/>
              <a:t>UnrealEngine5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134482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ゲーム内容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ロープと投てき武器を使いモンスターを捕獲するゲーム</a:t>
            </a:r>
            <a:endParaRPr lang="en-US" altLang="ja-JP" dirty="0" smtClean="0"/>
          </a:p>
          <a:p>
            <a:endParaRPr lang="en-US" altLang="ja-JP" dirty="0" smtClean="0"/>
          </a:p>
          <a:p>
            <a:r>
              <a:rPr lang="ja-JP" altLang="en-US" dirty="0" smtClean="0"/>
              <a:t>投てき武器をつかいモンスターを弱らせロープで捕獲し</a:t>
            </a:r>
            <a:r>
              <a:rPr lang="ja-JP" altLang="en-US" dirty="0" smtClean="0"/>
              <a:t>納品</a:t>
            </a:r>
            <a:r>
              <a:rPr lang="ja-JP" altLang="en-US" dirty="0"/>
              <a:t>、</a:t>
            </a:r>
            <a:r>
              <a:rPr lang="ja-JP" altLang="en-US" dirty="0" smtClean="0"/>
              <a:t>条件</a:t>
            </a:r>
            <a:r>
              <a:rPr lang="ja-JP" altLang="en-US" dirty="0" smtClean="0"/>
              <a:t>の数を納品できればステージクリア</a:t>
            </a:r>
            <a:endParaRPr lang="en-US" altLang="ja-JP" dirty="0" smtClean="0"/>
          </a:p>
          <a:p>
            <a:pPr marL="0" indent="0">
              <a:buNone/>
            </a:pPr>
            <a:endParaRPr lang="en-US" altLang="ja-JP" dirty="0"/>
          </a:p>
          <a:p>
            <a:r>
              <a:rPr lang="ja-JP" altLang="en-US" dirty="0" smtClean="0"/>
              <a:t>クリア後報酬を獲得し、報酬を消費することに</a:t>
            </a:r>
            <a:r>
              <a:rPr lang="ja-JP" altLang="en-US" dirty="0" smtClean="0"/>
              <a:t>よって　　　　スキル取得や</a:t>
            </a:r>
            <a:r>
              <a:rPr lang="ja-JP" altLang="en-US" dirty="0" smtClean="0"/>
              <a:t>投てき武器の強化を行える</a:t>
            </a:r>
            <a:endParaRPr lang="en-US" altLang="ja-JP" dirty="0" smtClean="0"/>
          </a:p>
          <a:p>
            <a:pPr marL="0" indent="0">
              <a:buNone/>
            </a:pP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2466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追加</a:t>
            </a:r>
            <a:r>
              <a:rPr kumimoji="1" lang="ja-JP" altLang="en-US" dirty="0" smtClean="0"/>
              <a:t>出来たら</a:t>
            </a:r>
            <a:r>
              <a:rPr kumimoji="1" lang="ja-JP" altLang="en-US" dirty="0" smtClean="0"/>
              <a:t>面白そう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モンスターから卵がドロップすることがあり</a:t>
            </a:r>
            <a:r>
              <a:rPr lang="ja-JP" altLang="en-US" dirty="0" smtClean="0"/>
              <a:t>、</a:t>
            </a:r>
            <a:r>
              <a:rPr lang="en-US" altLang="ja-JP" dirty="0" smtClean="0"/>
              <a:t>		</a:t>
            </a:r>
            <a:r>
              <a:rPr lang="ja-JP" altLang="en-US" dirty="0" smtClean="0"/>
              <a:t>　　　</a:t>
            </a:r>
            <a:r>
              <a:rPr kumimoji="1" lang="ja-JP" altLang="en-US" dirty="0" smtClean="0"/>
              <a:t>その卵からは一定確率で子モンスターがうまれ報酬の素材などを</a:t>
            </a:r>
            <a:r>
              <a:rPr lang="ja-JP" altLang="en-US" dirty="0" smtClean="0"/>
              <a:t>使い</a:t>
            </a:r>
            <a:r>
              <a:rPr kumimoji="1" lang="ja-JP" altLang="en-US" dirty="0" smtClean="0"/>
              <a:t>育てることによって捕獲作業の味方となってくれる</a:t>
            </a:r>
            <a:endParaRPr kumimoji="1" lang="en-US" altLang="ja-JP" dirty="0" smtClean="0"/>
          </a:p>
          <a:p>
            <a:endParaRPr kumimoji="1" lang="en-US" altLang="ja-JP" dirty="0" smtClean="0"/>
          </a:p>
        </p:txBody>
      </p:sp>
      <p:pic>
        <p:nvPicPr>
          <p:cNvPr id="1026" name="Picture 2" descr="青色のタマゴからドラゴンアイコンイラスト - No: 22821703｜無料イラスト・フリー素材なら「イラストAC」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6319" y="3291839"/>
            <a:ext cx="4443937" cy="3335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1145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操作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dirty="0" smtClean="0"/>
              <a:t>移動：</a:t>
            </a:r>
            <a:r>
              <a:rPr lang="en-US" altLang="ja-JP" dirty="0" smtClean="0"/>
              <a:t>WASD</a:t>
            </a:r>
            <a:endParaRPr kumimoji="1" lang="en-US" altLang="ja-JP" dirty="0" smtClean="0"/>
          </a:p>
          <a:p>
            <a:r>
              <a:rPr kumimoji="1" lang="ja-JP" altLang="en-US" dirty="0" smtClean="0"/>
              <a:t>ジャンプ：</a:t>
            </a:r>
            <a:r>
              <a:rPr kumimoji="1" lang="en-US" altLang="ja-JP" dirty="0" smtClean="0"/>
              <a:t>SPACE</a:t>
            </a:r>
          </a:p>
          <a:p>
            <a:r>
              <a:rPr lang="ja-JP" altLang="en-US" dirty="0" smtClean="0"/>
              <a:t>ダッシュ：</a:t>
            </a:r>
            <a:r>
              <a:rPr lang="en-US" altLang="ja-JP" dirty="0"/>
              <a:t>Shift</a:t>
            </a:r>
            <a:endParaRPr kumimoji="1" lang="en-US" altLang="ja-JP" dirty="0" smtClean="0"/>
          </a:p>
          <a:p>
            <a:r>
              <a:rPr lang="ja-JP" altLang="en-US" dirty="0" smtClean="0"/>
              <a:t>ロープ：右クリック</a:t>
            </a:r>
            <a:endParaRPr lang="en-US" altLang="ja-JP" dirty="0" smtClean="0"/>
          </a:p>
          <a:p>
            <a:r>
              <a:rPr kumimoji="1" lang="ja-JP" altLang="en-US" dirty="0" smtClean="0"/>
              <a:t>投てき武器：左クリック</a:t>
            </a:r>
            <a:endParaRPr kumimoji="1" lang="en-US" altLang="ja-JP" dirty="0" smtClean="0"/>
          </a:p>
          <a:p>
            <a:r>
              <a:rPr lang="ja-JP" altLang="en-US" dirty="0" smtClean="0"/>
              <a:t>回避：</a:t>
            </a:r>
            <a:r>
              <a:rPr lang="ja-JP" altLang="en-US" dirty="0" smtClean="0"/>
              <a:t>コントロール</a:t>
            </a:r>
            <a:endParaRPr lang="en-US" altLang="ja-JP" dirty="0" smtClean="0"/>
          </a:p>
          <a:p>
            <a:endParaRPr kumimoji="1" lang="en-US" altLang="ja-JP" dirty="0" smtClean="0"/>
          </a:p>
          <a:p>
            <a:r>
              <a:rPr lang="ja-JP" altLang="en-US" dirty="0" smtClean="0"/>
              <a:t>ロックオン：</a:t>
            </a:r>
            <a:r>
              <a:rPr lang="en-US" altLang="ja-JP" dirty="0" smtClean="0"/>
              <a:t>R</a:t>
            </a:r>
          </a:p>
          <a:p>
            <a:r>
              <a:rPr kumimoji="1" lang="ja-JP" altLang="en-US" dirty="0"/>
              <a:t>視点</a:t>
            </a:r>
            <a:r>
              <a:rPr kumimoji="1" lang="ja-JP" altLang="en-US" dirty="0" smtClean="0"/>
              <a:t>切り替え：</a:t>
            </a:r>
            <a:r>
              <a:rPr kumimoji="1" lang="en-US" altLang="ja-JP" dirty="0" smtClean="0"/>
              <a:t>F</a:t>
            </a:r>
            <a:endParaRPr kumimoji="1" lang="en-US" altLang="ja-JP" dirty="0"/>
          </a:p>
          <a:p>
            <a:endParaRPr kumimoji="1"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225853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004454" y="2725939"/>
            <a:ext cx="10515600" cy="1325563"/>
          </a:xfrm>
        </p:spPr>
        <p:txBody>
          <a:bodyPr/>
          <a:lstStyle/>
          <a:p>
            <a:pPr algn="ctr"/>
            <a:r>
              <a:rPr kumimoji="1" lang="ja-JP" altLang="en-US" dirty="0" smtClean="0"/>
              <a:t>ご清聴ありがとうございました。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7901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96</Words>
  <Application>Microsoft Office PowerPoint</Application>
  <PresentationFormat>ワイド画面</PresentationFormat>
  <Paragraphs>21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モンスターキャッチャー</vt:lpstr>
      <vt:lpstr>ゲーム内容</vt:lpstr>
      <vt:lpstr>追加出来たら面白そう</vt:lpstr>
      <vt:lpstr>操作</vt:lpstr>
      <vt:lpstr>ご清聴ありがとうございました。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GA2B</dc:creator>
  <cp:lastModifiedBy>GA2B</cp:lastModifiedBy>
  <cp:revision>16</cp:revision>
  <dcterms:created xsi:type="dcterms:W3CDTF">2025-10-06T01:18:04Z</dcterms:created>
  <dcterms:modified xsi:type="dcterms:W3CDTF">2025-10-09T07:35:03Z</dcterms:modified>
</cp:coreProperties>
</file>