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56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70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64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431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503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132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579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483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1022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957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74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792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489A1-ACCE-485D-AD66-9A2F97A4D00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48734-9698-4CDA-A700-0D572BB923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952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44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ゲーム内容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ロープと投てき武器を使いモンスターを捕獲するゲーム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ja-JP" altLang="en-US" dirty="0" smtClean="0"/>
              <a:t>投てき武器をつかいモンスターを弱らせロープで捕獲し納品、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/>
              <a:t> </a:t>
            </a:r>
            <a:r>
              <a:rPr lang="ja-JP" altLang="en-US" dirty="0" smtClean="0"/>
              <a:t> 条件の数を納品できればステージクリア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 smtClean="0"/>
              <a:t>クリア後報酬を獲得し、報酬を消費することによって</a:t>
            </a: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</a:t>
            </a:r>
            <a:r>
              <a:rPr lang="ja-JP" altLang="en-US" dirty="0" smtClean="0"/>
              <a:t>スキルや投てき武器の強化を行える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24667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～追加出来たら面白そう～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モンスターから卵がドロップすることがあり</a:t>
            </a:r>
            <a:r>
              <a:rPr lang="ja-JP" altLang="en-US" dirty="0" smtClean="0"/>
              <a:t>、</a:t>
            </a:r>
            <a:r>
              <a:rPr lang="en-US" altLang="ja-JP" dirty="0" smtClean="0"/>
              <a:t>		</a:t>
            </a:r>
            <a:r>
              <a:rPr lang="ja-JP" altLang="en-US" dirty="0" smtClean="0"/>
              <a:t>　　　</a:t>
            </a:r>
            <a:r>
              <a:rPr kumimoji="1" lang="ja-JP" altLang="en-US" dirty="0" smtClean="0"/>
              <a:t>その卵からは一定確率で子モンスターがうまれ報酬の素材などを</a:t>
            </a:r>
            <a:r>
              <a:rPr lang="ja-JP" altLang="en-US" dirty="0" smtClean="0"/>
              <a:t>使い</a:t>
            </a:r>
            <a:r>
              <a:rPr kumimoji="1" lang="ja-JP" altLang="en-US" dirty="0" smtClean="0"/>
              <a:t>育てることによって捕獲作業の味方となってくれる</a:t>
            </a:r>
            <a:endParaRPr kumimoji="1" lang="en-US" altLang="ja-JP" dirty="0" smtClean="0"/>
          </a:p>
          <a:p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041145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操作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移動：</a:t>
            </a:r>
            <a:r>
              <a:rPr lang="en-US" altLang="ja-JP" dirty="0" smtClean="0"/>
              <a:t>WASD</a:t>
            </a:r>
            <a:endParaRPr kumimoji="1" lang="en-US" altLang="ja-JP" dirty="0" smtClean="0"/>
          </a:p>
          <a:p>
            <a:r>
              <a:rPr kumimoji="1" lang="ja-JP" altLang="en-US" dirty="0" smtClean="0"/>
              <a:t>ジャンプ：</a:t>
            </a:r>
            <a:r>
              <a:rPr kumimoji="1" lang="en-US" altLang="ja-JP" dirty="0" smtClean="0"/>
              <a:t>SPACE</a:t>
            </a:r>
          </a:p>
          <a:p>
            <a:r>
              <a:rPr lang="ja-JP" altLang="en-US" dirty="0" smtClean="0"/>
              <a:t>ロープ：右クリック</a:t>
            </a:r>
            <a:endParaRPr lang="en-US" altLang="ja-JP" dirty="0" smtClean="0"/>
          </a:p>
          <a:p>
            <a:r>
              <a:rPr kumimoji="1" lang="ja-JP" altLang="en-US" dirty="0" smtClean="0"/>
              <a:t>投てき武器：左クリック</a:t>
            </a:r>
            <a:endParaRPr kumimoji="1" lang="en-US" altLang="ja-JP" dirty="0" smtClean="0"/>
          </a:p>
          <a:p>
            <a:r>
              <a:rPr lang="ja-JP" altLang="en-US" dirty="0" smtClean="0"/>
              <a:t>回避：コントロール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225853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90</Words>
  <Application>Microsoft Office PowerPoint</Application>
  <PresentationFormat>ワイド画面</PresentationFormat>
  <Paragraphs>16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ゲーム内容</vt:lpstr>
      <vt:lpstr>～追加出来たら面白そう～</vt:lpstr>
      <vt:lpstr>操作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GA2B</dc:creator>
  <cp:lastModifiedBy>GA2B</cp:lastModifiedBy>
  <cp:revision>11</cp:revision>
  <dcterms:created xsi:type="dcterms:W3CDTF">2025-10-06T01:18:04Z</dcterms:created>
  <dcterms:modified xsi:type="dcterms:W3CDTF">2025-10-06T07:01:08Z</dcterms:modified>
</cp:coreProperties>
</file>